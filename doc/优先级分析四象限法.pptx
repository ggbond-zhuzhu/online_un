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0" autoAdjust="0"/>
    <p:restoredTop sz="94660"/>
  </p:normalViewPr>
  <p:slideViewPr>
    <p:cSldViewPr snapToGrid="0">
      <p:cViewPr varScale="1">
        <p:scale>
          <a:sx n="44" d="100"/>
          <a:sy n="44" d="100"/>
        </p:scale>
        <p:origin x="24" y="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2025/11/24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>
            <a:endCxn id="6" idx="1"/>
          </p:cNvCxnSpPr>
          <p:nvPr/>
        </p:nvCxnSpPr>
        <p:spPr>
          <a:xfrm>
            <a:off x="1512570" y="3242945"/>
            <a:ext cx="9156700" cy="50165"/>
          </a:xfrm>
          <a:prstGeom prst="line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5955665" y="60960"/>
            <a:ext cx="0" cy="6125845"/>
          </a:xfrm>
          <a:prstGeom prst="line">
            <a:avLst/>
          </a:prstGeom>
          <a:ln w="31750" cap="rnd">
            <a:solidFill>
              <a:schemeClr val="accent1"/>
            </a:solidFill>
            <a:round/>
            <a:headEnd type="arrow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0669270" y="31089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重要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85840" y="0"/>
            <a:ext cx="423862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紧急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104255" y="441960"/>
            <a:ext cx="4375150" cy="256413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--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敏感数据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AES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加密存储（商家资质、用户隐私数据）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资质审核结果准确率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≥99%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（企业核验、社群校验）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交易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预约数据实时同步（保证金冻解、社群预约无错乱）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离线数据查看（断网可看已加载信息，联网自动同步）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521460" y="441960"/>
            <a:ext cx="4314825" cy="264668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操作响应速度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≤0.5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秒（筛选、搜索、资质提交无卡顿）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跨设备兼容（适配近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年安卓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/iOS+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电脑浏览器，无异常）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高并发承载（支撑开学季高峰，系统无崩溃、低延迟）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1490980" y="3418840"/>
            <a:ext cx="4345305" cy="275971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无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6102350" y="3429000"/>
            <a:ext cx="4359275" cy="274955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个人数据手动备份与恢复（兼职记录、社群收藏）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手机端低功耗运行（后台通知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动态接收，控耗电）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流量消耗优化（压缩数据传输，适配校园流量有限场景）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167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杨明珠</dc:creator>
  <cp:lastModifiedBy>明珠 杨</cp:lastModifiedBy>
  <cp:revision>156</cp:revision>
  <dcterms:created xsi:type="dcterms:W3CDTF">2019-06-19T02:08:00Z</dcterms:created>
  <dcterms:modified xsi:type="dcterms:W3CDTF">2025-11-24T02:43:02Z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40B44D895A004A41AECA8EF7D4D5FB42_11</vt:lpwstr>
  </property>
</Properties>
</file>
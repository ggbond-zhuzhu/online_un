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48" y="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>
            <a:endCxn id="6" idx="1"/>
          </p:cNvCxnSpPr>
          <p:nvPr/>
        </p:nvCxnSpPr>
        <p:spPr>
          <a:xfrm>
            <a:off x="1512570" y="3242945"/>
            <a:ext cx="9156700" cy="50165"/>
          </a:xfrm>
          <a:prstGeom prst="line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5955665" y="60960"/>
            <a:ext cx="0" cy="6125845"/>
          </a:xfrm>
          <a:prstGeom prst="line">
            <a:avLst/>
          </a:prstGeom>
          <a:ln w="31750" cap="rnd">
            <a:solidFill>
              <a:schemeClr val="accent1"/>
            </a:solidFill>
            <a:round/>
            <a:headEnd type="arrow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0669270" y="31089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重要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85840" y="0"/>
            <a:ext cx="423862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紧急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075045" y="441960"/>
            <a:ext cx="4375150" cy="256413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物品精准分类功能</a:t>
            </a:r>
          </a:p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价格区间筛选功能</a:t>
            </a:r>
          </a:p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平台内付款担保机制</a:t>
            </a:r>
          </a:p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物品成色标注功能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521460" y="441960"/>
            <a:ext cx="4314825" cy="264668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物品成色标注功能</a:t>
            </a:r>
          </a:p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校内自提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 /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配送指引</a:t>
            </a:r>
          </a:p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智能推送功能</a:t>
            </a:r>
          </a:p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物品成色查询</a:t>
            </a:r>
          </a:p>
          <a:p>
            <a:pPr algn="ctr"/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490980" y="3418840"/>
            <a:ext cx="4345305" cy="275971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无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6102350" y="3429000"/>
            <a:ext cx="4359275" cy="274955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仅显示未完成订单</a:t>
            </a:r>
          </a:p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信息一键分享至社群</a:t>
            </a:r>
          </a:p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交易记录查询</a:t>
            </a:r>
          </a:p>
        </p:txBody>
      </p:sp>
      <p:graphicFrame>
        <p:nvGraphicFramePr>
          <p:cNvPr id="3" name="表格 2"/>
          <p:cNvGraphicFramePr/>
          <p:nvPr>
            <p:extLst>
              <p:ext uri="{D42A27DB-BD31-4B8C-83A1-F6EECF244321}">
                <p14:modId xmlns:p14="http://schemas.microsoft.com/office/powerpoint/2010/main" val="1857682627"/>
              </p:ext>
            </p:extLst>
          </p:nvPr>
        </p:nvGraphicFramePr>
        <p:xfrm>
          <a:off x="5389245" y="3427095"/>
          <a:ext cx="1132840" cy="220027"/>
        </p:xfrm>
        <a:graphic>
          <a:graphicData uri="http://schemas.openxmlformats.org/drawingml/2006/table">
            <a:tbl>
              <a:tblPr/>
              <a:tblGrid>
                <a:gridCol w="1132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5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智能推送功能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宋体</vt:lpstr>
      <vt:lpstr>Arial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明珠 杨</cp:lastModifiedBy>
  <cp:revision>160</cp:revision>
  <dcterms:created xsi:type="dcterms:W3CDTF">2019-06-19T02:08:00Z</dcterms:created>
  <dcterms:modified xsi:type="dcterms:W3CDTF">2025-12-02T07:22:42Z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3F93C202D76D46ACAD2B6A5EB12C42DA_13</vt:lpwstr>
  </property>
</Properties>
</file>